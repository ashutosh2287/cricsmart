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4008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54864"/>
            <a:ext cx="882396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486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7772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FinSights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548640" y="1645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 &amp; Portfolio Management Tool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212848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 Pandey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(SG22316)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2697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&amp; Engineering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29535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UIET, Panjab University SSG Regional Centre, Hoshiarpur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246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Ishant Sethi  |  Unified Mentor Pvt. Ltd.  |  2026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Full-Stack Financial Web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Mentor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3154680"/>
            <a:ext cx="1828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291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&amp; IT Solutions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Gurugram, Haryana, India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274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Introduction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200400" y="7772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 Pvt. Ltd. bridges academia and industry through practical training and software solutions.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5819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840480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App, API &amp; Frontend/Backend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5819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766560" y="1874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Computing, Cybersecurity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0" y="288036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063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40480" y="3044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84048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Analytics, Deep Learning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126480" y="288036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063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3044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Mobile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766560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Database, IoT, Blockchain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FinSights?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04672"/>
          </a:xfrm>
          <a:prstGeom prst="rect">
            <a:avLst/>
          </a:prstGeom>
          <a:solidFill>
            <a:srgbClr val="15223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FinSights is a comprehensive full-stack web application providing real-time stock market data, historical analysis, virtual trading, and AI-powered insights — bridging the gap between theoretical financial concepts and practical investment experience.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6596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18688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prices via Yahoo Finance &amp; Finnhub APIs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2148840"/>
            <a:ext cx="196596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286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Trading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51760" y="3218688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 virtual balance for risk-free practice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2148840"/>
            <a:ext cx="196596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286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0" y="3218688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for insights, chatbot &amp; stock analysis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2148840"/>
            <a:ext cx="196596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2860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Platform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58000" y="3218688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 hashing &amp; HTTPS security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54864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prices &amp; market movements via Yahoo Finance API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205740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075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Market Analysis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350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Chart.js visualizations – trends, patterns, timeframes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3017520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Watchlist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310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custom watchlists for preferred stocks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977640"/>
            <a:ext cx="54864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959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Trading Simulation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270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stocks with ₹10,00,000 virtual balance risk-free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09728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1389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token-based login, signup &amp; protected dashboard access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057400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075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2350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name, avatar, bio &amp; account settings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017520"/>
            <a:ext cx="54864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310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TailwindCSS for seamless mobile/tablet/desktop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Production-Grade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566160"/>
          </a:xfrm>
          <a:prstGeom prst="rect">
            <a:avLst/>
          </a:prstGeom>
          <a:solidFill>
            <a:srgbClr val="152232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(SSR / SSG / CSR)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Components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TailwindCSS Utility Styling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 Visualizations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68880" y="1097280"/>
            <a:ext cx="2011680" cy="3566160"/>
          </a:xfrm>
          <a:prstGeom prst="rect">
            <a:avLst/>
          </a:prstGeom>
          <a:solidFill>
            <a:srgbClr val="1522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916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Event-Driven Runtime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6032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REST API Framework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56032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 Layer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6032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Password Hashing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63440" y="1097280"/>
            <a:ext cx="2011680" cy="3566160"/>
          </a:xfrm>
          <a:prstGeom prst="rect">
            <a:avLst/>
          </a:prstGeom>
          <a:solidFill>
            <a:srgbClr val="15223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63440" y="109728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0916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Atlas (NoSQL)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Mongoose ODM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5488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 Sets &amp; TLS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75488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 Queries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858000" y="1097280"/>
            <a:ext cx="2011680" cy="3566160"/>
          </a:xfrm>
          <a:prstGeom prst="rect">
            <a:avLst/>
          </a:prstGeom>
          <a:solidFill>
            <a:srgbClr val="1522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58000" y="109728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0372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AI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944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Yahoo Finance API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94944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Finnhub API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94944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AI API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9494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RESTful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layered architecture with RESTful communication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22860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+ TailwindCSS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22860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627632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+ JWT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43200" cy="22860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627632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Mongoose ODM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2148840"/>
            <a:ext cx="2286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89320" y="2148840"/>
            <a:ext cx="2286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958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&amp; APIS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97764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92608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API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7764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292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API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97764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Capabilities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08176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704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4996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prices, % change, volume for major stocks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078992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40817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1704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Search &amp; Details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23560" y="14996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symbol – live chart, OHLC, news &amp; AI analysis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340864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7004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Watchlists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27614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favorite stocks, monitor market behavior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2340864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267004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Portfolio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623560" y="27614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holdings, P&amp;L, invested capital &amp; current value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3602736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319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6941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Trading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515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virtual trades with balance validation &amp; history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937760" y="3602736"/>
            <a:ext cx="4297680" cy="1115568"/>
          </a:xfrm>
          <a:prstGeom prst="rect">
            <a:avLst/>
          </a:prstGeom>
          <a:solidFill>
            <a:srgbClr val="152232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39319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23560" y="36941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6235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Gemini-powered: ask about stocks, trends &amp; investing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Trading System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2926080" cy="1645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789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Balance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417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₹10,00,000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Currency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005840"/>
            <a:ext cx="5394960" cy="6858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10241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WORKFLOW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66160" y="125272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Symbol → Fetch Live Price → Check Balance → Deduct Funds → Update Holdings → Record Transaction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828800"/>
            <a:ext cx="5394960" cy="6858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66160" y="18470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WORKFLOW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0756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Ownership → Verify Quantity → Compute P&amp;L → Credit Balance → Update Portfolio → Store History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7889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852928"/>
            <a:ext cx="411480" cy="4114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278892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6576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+ Finnhub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468880" y="27889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852928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468880" y="278892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56032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Tracking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56032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Per-stock profit / loss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27889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2852928"/>
            <a:ext cx="411480" cy="4114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663440" y="278892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5488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75488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buy/sell history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858000" y="27889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2852928"/>
            <a:ext cx="411480" cy="41148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858000" y="278892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4944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Charts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94944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20 Test Cases Passed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371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  (TC-01 to TC-06)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8412480" cy="30175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5389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4538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signup (new email)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45389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Created; bcrypt hashing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463040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65760" y="1773936"/>
            <a:ext cx="8412480" cy="301752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801368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" y="180136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login credentials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1801368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generated correctly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10512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" y="2121408"/>
            <a:ext cx="8412480" cy="30175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148840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43000" y="21488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wrong password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0" y="214884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Unauthorized; no data leak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57984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65760" y="2468880"/>
            <a:ext cx="8412480" cy="301752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249631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43000" y="24963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token on protected route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029200" y="249631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returned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50545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Portfolio Module  (TC-11 to TC-18)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65760" y="3392424"/>
            <a:ext cx="8412480" cy="30175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341985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TC-11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43000" y="34198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with sufficient balance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0" y="341985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updated; balance deducted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429000"/>
            <a:ext cx="228600" cy="2286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365760" y="3739896"/>
            <a:ext cx="8412480" cy="301752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" y="3767328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43000" y="3767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with insufficient funds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029200" y="3767328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Request; no DB change</a:t>
            </a:r>
            <a:endParaRPr lang="en-US" sz="10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776472"/>
            <a:ext cx="228600" cy="2286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365760" y="4087368"/>
            <a:ext cx="8412480" cy="30175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57200" y="4114800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TC-15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43000" y="41148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valuation accuracy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029200" y="411480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Σ(qty × price); ±0.01</a:t>
            </a:r>
            <a:endParaRPr lang="en-US" sz="10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123944"/>
            <a:ext cx="228600" cy="22860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365760" y="4434840"/>
            <a:ext cx="8412480" cy="301752"/>
          </a:xfrm>
          <a:prstGeom prst="rect">
            <a:avLst/>
          </a:prstGeom>
          <a:solidFill>
            <a:srgbClr val="13203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57200" y="446227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TC-18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143000" y="44622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buy requests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029200" y="446227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double-spend; balance safe</a:t>
            </a:r>
            <a:endParaRPr lang="en-US" sz="10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47141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fintech app combining React/Next.js frontend with Node.js/Express.js backend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9280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8928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authentication, MongoDB Atlas cloud database &amp; modular REST API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6829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2368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data via Yahoo Finance &amp; Finnhub; Chart.js visualizations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4378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" y="2843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 via Gemini API: chatbot, trend analysis &amp; market insights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1927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" y="3319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test cases passed; responsive across devices; 100% security compliance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4663440" y="1005840"/>
            <a:ext cx="36576" cy="38404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6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03520" y="1463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96596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03520" y="1965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Indicators (RSI, MACD)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46888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03520" y="2468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Stock Forecasting (LSTM, ARIMA)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971800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03520" y="2971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Price Streaming</a:t>
            </a:r>
            <a:endParaRPr lang="en-US" sz="11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474720"/>
            <a:ext cx="274320" cy="27432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03520" y="34747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Trading &amp; Leaderboards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3218688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337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 Pandey  |  SG22316  |  B.E. CSE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685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UIET, Panjab University SSG Regional Centre, Hoshiarpur  | 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Ishant Sethi  |  Unified Mentor Pvt.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FinSights – Stock Tracking &amp; Portfolio Management</dc:title>
  <dc:subject>PptxGenJS Presentation</dc:subject>
  <dc:creator>Divyansh Pandey</dc:creator>
  <cp:lastModifiedBy>Divyansh Pandey</cp:lastModifiedBy>
  <cp:revision>1</cp:revision>
  <dcterms:created xsi:type="dcterms:W3CDTF">2026-05-28T18:07:00Z</dcterms:created>
  <dcterms:modified xsi:type="dcterms:W3CDTF">2026-05-28T18:07:00Z</dcterms:modified>
</cp:coreProperties>
</file>